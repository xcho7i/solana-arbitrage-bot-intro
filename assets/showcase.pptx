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18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Winner Bot</a:t>
            </a:r>
            <a:endParaRPr dirty="0"/>
          </a:p>
          <a:p>
            <a:r>
              <a:rPr dirty="0"/>
              <a:t>Arbitrage Trading Bot</a:t>
            </a:r>
            <a:endParaRPr dirty="0"/>
          </a:p>
          <a:p>
            <a:r>
              <a:rPr dirty="0"/>
              <a:t>Investor Pitch Deck</a:t>
            </a:r>
            <a:endParaRPr dirty="0"/>
          </a:p>
          <a:p>
            <a:r>
              <a:rPr lang="en-US" dirty="0"/>
              <a:t>RGM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Crypto markets are fragmented, leading to price inefficiencies.</a:t>
            </a:r>
            <a:endParaRPr dirty="0"/>
          </a:p>
          <a:p>
            <a:r>
              <a:rPr dirty="0"/>
              <a:t>Manual trading cannot capture these opportunities consistently.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Winner Bot is an advanced Solana-based arbitrage trading bot.</a:t>
            </a:r>
            <a:endParaRPr dirty="0"/>
          </a:p>
          <a:p>
            <a:r>
              <a:rPr dirty="0"/>
              <a:t>It guarantees near-instant execution and zero-loss trading.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crypto trading volume exceeds $100B daily.</a:t>
            </a:r>
          </a:p>
          <a:p>
            <a:r>
              <a:t>The opportunity for risk-free arbitrage profits is massive.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47917"/>
            <a:ext cx="8229600" cy="4230528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via profit-sharing with investors and licensing fees.</a:t>
            </a:r>
          </a:p>
          <a:p>
            <a:r>
              <a:t>Scalable with higher capital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Tested with $1,000 capital.</a:t>
            </a:r>
            <a:endParaRPr dirty="0"/>
          </a:p>
          <a:p>
            <a:r>
              <a:rPr dirty="0"/>
              <a:t>Achieved full ROI in 1 month.</a:t>
            </a:r>
            <a:endParaRPr dirty="0"/>
          </a:p>
          <a:p>
            <a:r>
              <a:rPr dirty="0"/>
              <a:t>Consistent profitability with no recorded losses.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execution on Solana blockchain.</a:t>
            </a:r>
          </a:p>
          <a:p>
            <a:r>
              <a:t>Low fees and negligible slippage.</a:t>
            </a:r>
          </a:p>
          <a:p>
            <a:r>
              <a:t>Proprietary high-probability algorithm.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Targeting crypto funds, institutional traders, and high-net-worth individuals.</a:t>
            </a:r>
          </a:p>
          <a:p>
            <a:r>
              <a:t>Marketing via crypto communities and partnerships.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Potential of $1</a:t>
            </a:r>
            <a:r>
              <a:rPr lang="en-US" dirty="0"/>
              <a:t>5</a:t>
            </a:r>
            <a:r>
              <a:rPr dirty="0"/>
              <a:t>K</a:t>
            </a:r>
            <a:r>
              <a:rPr lang="en-US" dirty="0"/>
              <a:t>~$30k</a:t>
            </a:r>
            <a:r>
              <a:rPr dirty="0"/>
              <a:t>+ monthly profit per $50K capital.</a:t>
            </a:r>
            <a:endParaRPr dirty="0"/>
          </a:p>
          <a:p>
            <a:r>
              <a:rPr dirty="0"/>
              <a:t>Scalable with investor funding.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Experienced blockchain developer and quant trader</a:t>
            </a:r>
            <a:r>
              <a:rPr lang="en-US" dirty="0"/>
              <a:t> (Me)</a:t>
            </a:r>
            <a:r>
              <a:rPr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Seeking strategic investors to scale capital and infrastructure.</a:t>
            </a:r>
            <a:endParaRPr dirty="0"/>
          </a:p>
          <a:p>
            <a:r>
              <a:rPr dirty="0"/>
              <a:t>Offering profit-sharing and/or full acquisition opportunities.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Presentation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Title Slide</vt:lpstr>
      <vt:lpstr>Problem</vt:lpstr>
      <vt:lpstr>Solution</vt:lpstr>
      <vt:lpstr>Market Opportunity</vt:lpstr>
      <vt:lpstr>Product Demo</vt:lpstr>
      <vt:lpstr>Business Model</vt:lpstr>
      <vt:lpstr>Traction</vt:lpstr>
      <vt:lpstr>Competitive Advantage</vt:lpstr>
      <vt:lpstr>Go-to-Market</vt:lpstr>
      <vt:lpstr>Financial Projections</vt:lpstr>
      <vt:lpstr>Team</vt:lpstr>
      <vt:lpstr>Investment Ask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BLOCKIFY</cp:lastModifiedBy>
  <cp:revision>5</cp:revision>
  <dcterms:created xsi:type="dcterms:W3CDTF">2013-01-27T09:14:00Z</dcterms:created>
  <dcterms:modified xsi:type="dcterms:W3CDTF">2025-09-02T19:26:05Z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3EF35F85EB6E495C86E350B0B7844EE1_12</vt:lpwstr>
  </property>
  <property fmtid="{D5CDD505-2E9C-101B-9397-08002B2CF9AE}" pid="3" name="KSOProductBuildVer">
    <vt:lpwstr>1033-12.2.0.22549</vt:lpwstr>
  </property>
</Properties>
</file>